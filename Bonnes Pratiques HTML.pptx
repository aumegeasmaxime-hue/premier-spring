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10287000" cx="18288000"/>
  <p:notesSz cx="6858000" cy="9144000"/>
  <p:embeddedFontLst>
    <p:embeddedFont>
      <p:font typeface="Roboto Slab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2" roundtripDataSignature="AMtx7mjmngO3NiRjxt8WZQDpXuQ5j6jt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947a086161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g1947a08616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947a086161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g1947a086161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947a086161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g1947a086161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gradFill>
          <a:gsLst>
            <a:gs pos="0">
              <a:srgbClr val="FFFFFF"/>
            </a:gs>
            <a:gs pos="100000">
              <a:srgbClr val="DDDDDD"/>
            </a:gs>
          </a:gsLst>
          <a:lin ang="16200000" scaled="0"/>
        </a:gra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rgbClr val="FFFFFF"/>
            </a:gs>
            <a:gs pos="100000">
              <a:srgbClr val="DDDDDD"/>
            </a:gs>
          </a:gsLst>
          <a:lin ang="16200000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0" y="-121024"/>
            <a:ext cx="18288001" cy="10408024"/>
          </a:xfrm>
          <a:prstGeom prst="rect">
            <a:avLst/>
          </a:prstGeom>
          <a:solidFill>
            <a:srgbClr val="00467C">
              <a:alpha val="81960"/>
            </a:srgbClr>
          </a:solidFill>
          <a:ln cap="flat" cmpd="sng" w="25400">
            <a:solidFill>
              <a:schemeClr val="accent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846" y="-1936777"/>
            <a:ext cx="7543210" cy="134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 txBox="1"/>
          <p:nvPr/>
        </p:nvSpPr>
        <p:spPr>
          <a:xfrm>
            <a:off x="6695007" y="5644655"/>
            <a:ext cx="83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 Slab"/>
              <a:buNone/>
            </a:pPr>
            <a:r>
              <a:rPr b="1" i="0" lang="fr-FR" sz="4000" u="none" cap="none" strike="noStrik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/ HTML - Les bonnes pratiques</a:t>
            </a:r>
            <a:endParaRPr b="1" i="0" sz="4000" u="none" cap="none" strike="noStrike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/>
        </p:nvSpPr>
        <p:spPr>
          <a:xfrm>
            <a:off x="9144000" y="552394"/>
            <a:ext cx="8326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3E92"/>
              </a:buClr>
              <a:buSzPts val="3200"/>
              <a:buFont typeface="Roboto Slab"/>
              <a:buNone/>
            </a:pPr>
            <a:r>
              <a:rPr b="1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HTML / </a:t>
            </a:r>
            <a:r>
              <a:rPr lang="fr-FR" sz="3200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Les bonnes pratiques</a:t>
            </a:r>
            <a:endParaRPr b="0" i="0" sz="3200" u="none" cap="none" strike="noStrike">
              <a:solidFill>
                <a:srgbClr val="263E9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3" name="Google Shape;2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61" y="304972"/>
            <a:ext cx="4044876" cy="72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108" y="1632850"/>
            <a:ext cx="7931141" cy="86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947a086161_0_1"/>
          <p:cNvSpPr txBox="1"/>
          <p:nvPr/>
        </p:nvSpPr>
        <p:spPr>
          <a:xfrm>
            <a:off x="9144000" y="552394"/>
            <a:ext cx="8326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3E92"/>
              </a:buClr>
              <a:buSzPts val="3200"/>
              <a:buFont typeface="Roboto Slab"/>
              <a:buNone/>
            </a:pPr>
            <a:r>
              <a:rPr b="1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HTML / </a:t>
            </a:r>
            <a:r>
              <a:rPr lang="fr-FR" sz="3200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Les bonnes pratiques</a:t>
            </a:r>
            <a:endParaRPr b="0" i="0" sz="3200" u="none" cap="none" strike="noStrike">
              <a:solidFill>
                <a:srgbClr val="263E9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0" name="Google Shape;30;g1947a086161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61" y="304972"/>
            <a:ext cx="4044876" cy="72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1947a086161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947" y="1321648"/>
            <a:ext cx="9163753" cy="896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947a086161_0_8"/>
          <p:cNvSpPr txBox="1"/>
          <p:nvPr/>
        </p:nvSpPr>
        <p:spPr>
          <a:xfrm>
            <a:off x="9144000" y="552394"/>
            <a:ext cx="8326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3E92"/>
              </a:buClr>
              <a:buSzPts val="3200"/>
              <a:buFont typeface="Roboto Slab"/>
              <a:buNone/>
            </a:pPr>
            <a:r>
              <a:rPr b="1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HTML / </a:t>
            </a:r>
            <a:r>
              <a:rPr lang="fr-FR" sz="3200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Les bonnes pratiques</a:t>
            </a:r>
            <a:endParaRPr b="0" i="0" sz="3200" u="none" cap="none" strike="noStrike">
              <a:solidFill>
                <a:srgbClr val="263E9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7" name="Google Shape;37;g1947a086161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61" y="304972"/>
            <a:ext cx="4044876" cy="72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g1947a086161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869" y="1166023"/>
            <a:ext cx="10392657" cy="903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947a086161_0_15"/>
          <p:cNvSpPr txBox="1"/>
          <p:nvPr/>
        </p:nvSpPr>
        <p:spPr>
          <a:xfrm>
            <a:off x="9144000" y="552394"/>
            <a:ext cx="83262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3E92"/>
              </a:buClr>
              <a:buSzPts val="3200"/>
              <a:buFont typeface="Roboto Slab"/>
              <a:buNone/>
            </a:pPr>
            <a:r>
              <a:rPr b="1" i="0" lang="fr-FR" sz="3200" u="none" cap="none" strike="noStrike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HTML / </a:t>
            </a:r>
            <a:r>
              <a:rPr lang="fr-FR" sz="3200">
                <a:solidFill>
                  <a:srgbClr val="263E92"/>
                </a:solidFill>
                <a:latin typeface="Roboto Slab"/>
                <a:ea typeface="Roboto Slab"/>
                <a:cs typeface="Roboto Slab"/>
                <a:sym typeface="Roboto Slab"/>
              </a:rPr>
              <a:t>Les bonnes pratiques</a:t>
            </a:r>
            <a:endParaRPr b="0" i="0" sz="3200" u="none" cap="none" strike="noStrike">
              <a:solidFill>
                <a:srgbClr val="263E9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44" name="Google Shape;44;g1947a086161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61" y="304972"/>
            <a:ext cx="4044876" cy="72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g1947a086161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0777" y="1307548"/>
            <a:ext cx="10446448" cy="89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